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5427770" y="5754629"/>
            <a:ext cx="8068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A.Siddartha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VTU24860– Reg.No.23UECS1013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Dr.Angeline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 Lydia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175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21134" y="2571499"/>
            <a:ext cx="151381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campuses, managing events efficiently is a major challenge.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miss important updates due to scattered communication.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centralized platform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managing all campus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explore, register, and track events easily.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and organizers can manage events with automation and real-time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communication and engagement across the campus.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all event-related information is accessible anytime.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makes campus event handling more efficient and organized.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03275" y="3348049"/>
            <a:ext cx="150823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web-based campus event management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updates and notifications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event registration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students and organizers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and responsive interface 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528865"/>
            <a:ext cx="173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3078502"/>
            <a:ext cx="1508232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information in campuses is often unorganized and delayed.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depend on notice boards, WhatsApp groups, or emails.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platform for event registration and tracking.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causes confusion and missed opportunities.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face difficulty in managing participants and updates.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updates reduces participation.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digital system is needed to solve these issues efficiently</a:t>
            </a:r>
            <a:r>
              <a:rPr lang="en-US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30200"/>
            <a:ext cx="1752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54166" y="1741462"/>
            <a:ext cx="15082325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web-based application to manage all campus events efficiently in one platform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architecture to ensure scalability, performance, and maintainability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with role-based access for Admin and Student users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event management including creation, updates, and real-time event display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add, edit, and delete events while students can view and register for events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securely stores event and registration data with proper backend processing 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30200"/>
            <a:ext cx="1722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Presentation Layer, Application Layer, and Database Layer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smooth communication between user interface, backend logic, and data storage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 interface for Admin and Students using HTML, CSS,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event details, registration forms, and dashboards dynamically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Spring Boot to handle business logic and request processing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Controllers and Services to manage event operations and user interactions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authentication and authorization using Spring Security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login with role-based access control (Admin &amp; Student)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MySQL / H2 database to store event, user, and registration data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290538"/>
            <a:ext cx="17716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59FF0-0CBB-7B1D-8781-0A50247B7C63}"/>
              </a:ext>
            </a:extLst>
          </p:cNvPr>
          <p:cNvSpPr txBox="1"/>
          <p:nvPr/>
        </p:nvSpPr>
        <p:spPr>
          <a:xfrm>
            <a:off x="2590800" y="2327344"/>
            <a:ext cx="14020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accesses the system through a web browser and logs in using valid credentials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authenticates the user and grants access based on role (Admin or Student)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creates, updates, or deletes event details through the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data is stored and managed in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browse available events and view detailed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register for selected events through the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requests and displays updated event and registration information in real time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04800"/>
            <a:ext cx="1600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514600" y="1735544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design the structure of web pages such as login, dashboard, and event pages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styling, layout design, and improving user interface appearance 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Template engine used to dynamically render data from backend to frontend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framework used to build the application and handle backend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handling HTTP requests and controlling application flow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authentication and authorization for secure login system </a:t>
            </a:r>
          </a:p>
          <a:p>
            <a:pPr marL="457200" indent="-457200">
              <a:buFontTx/>
              <a:buChar char="-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/ H2 Database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store user data, event details, and registration information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JPA (Java Persistence API)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database operations and object-relational mapping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Development Environment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dependency management and project build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/ Eclipse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IDEs used for coding and development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testing APIs and backend services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run and test the application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8835773" y="-302404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419100"/>
            <a:ext cx="1699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3101" y="1265170"/>
            <a:ext cx="15082325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User Authentication Module</a:t>
            </a:r>
          </a:p>
          <a:p>
            <a:r>
              <a:rPr lang="en-US" sz="2400" dirty="0"/>
              <a:t>Provides secure login functionality for both Admin and Student users </a:t>
            </a:r>
          </a:p>
          <a:p>
            <a:r>
              <a:rPr lang="en-US" sz="2400" dirty="0"/>
              <a:t>Implements role-based access control using Spring Security </a:t>
            </a:r>
          </a:p>
          <a:p>
            <a:r>
              <a:rPr lang="en-US" sz="2400" dirty="0"/>
              <a:t>Validates user credentials and prevents unauthorized access </a:t>
            </a:r>
          </a:p>
          <a:p>
            <a:r>
              <a:rPr lang="en-US" sz="2400" dirty="0"/>
              <a:t>Ensures secure session handling and authentication process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Management Module</a:t>
            </a:r>
          </a:p>
          <a:p>
            <a:r>
              <a:rPr lang="en-US" sz="2400" dirty="0"/>
              <a:t>Allows Admin to create new events with complete details (title, date, description) </a:t>
            </a:r>
          </a:p>
          <a:p>
            <a:r>
              <a:rPr lang="en-US" sz="2400" dirty="0"/>
              <a:t>Enables updating and modifying existing event information </a:t>
            </a:r>
          </a:p>
          <a:p>
            <a:r>
              <a:rPr lang="en-US" sz="2400" dirty="0"/>
              <a:t>Supports deletion of events that are canceled or outdated </a:t>
            </a:r>
          </a:p>
          <a:p>
            <a:r>
              <a:rPr lang="en-US" sz="2400" dirty="0"/>
              <a:t>Maintains all event data in the database for easy access and management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Event Registration Module</a:t>
            </a:r>
          </a:p>
          <a:p>
            <a:r>
              <a:rPr lang="en-US" sz="2400" dirty="0"/>
              <a:t>Allows students to register for available events through a simple interface </a:t>
            </a:r>
          </a:p>
          <a:p>
            <a:r>
              <a:rPr lang="en-US" sz="2400" dirty="0"/>
              <a:t>Stores participant details securely in the database </a:t>
            </a:r>
          </a:p>
          <a:p>
            <a:r>
              <a:rPr lang="en-US" sz="2400" dirty="0"/>
              <a:t>Helps organizers track the number of registrations </a:t>
            </a:r>
          </a:p>
          <a:p>
            <a:r>
              <a:rPr lang="en-US" sz="2400" dirty="0"/>
              <a:t>Simplifies the registration process compared to manual methods</a:t>
            </a:r>
          </a:p>
          <a:p>
            <a:endParaRPr lang="en-US" sz="2400" dirty="0"/>
          </a:p>
          <a:p>
            <a:r>
              <a:rPr lang="en-US" sz="2400" b="1" dirty="0"/>
              <a:t>Backend Processing Module</a:t>
            </a:r>
          </a:p>
          <a:p>
            <a:r>
              <a:rPr lang="en-US" sz="2400" dirty="0"/>
              <a:t>Handles all client requests using Spring Boot controllers </a:t>
            </a:r>
          </a:p>
          <a:p>
            <a:r>
              <a:rPr lang="en-US" sz="2400" dirty="0"/>
              <a:t>Processes business logic through service layer components </a:t>
            </a:r>
          </a:p>
          <a:p>
            <a:r>
              <a:rPr lang="en-US" sz="2400" dirty="0"/>
              <a:t>Validates input data before storing or processing </a:t>
            </a:r>
          </a:p>
          <a:p>
            <a:r>
              <a:rPr lang="en-US" sz="2400" dirty="0"/>
              <a:t>Ensures smooth communication between frontend and database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7" y="1930405"/>
            <a:ext cx="12764606" cy="713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274" y="2497993"/>
            <a:ext cx="14046470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935527"/>
            <a:ext cx="6096423" cy="802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43F7-4792-50D6-B9CB-E0E3CF23274A}"/>
              </a:ext>
            </a:extLst>
          </p:cNvPr>
          <p:cNvSpPr txBox="1"/>
          <p:nvPr/>
        </p:nvSpPr>
        <p:spPr>
          <a:xfrm>
            <a:off x="2726508" y="1684974"/>
            <a:ext cx="14044612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ADVANTAGES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Provides a </a:t>
            </a:r>
            <a:r>
              <a:rPr lang="en-US" sz="3600" b="1" dirty="0"/>
              <a:t>centralized platform</a:t>
            </a:r>
            <a:r>
              <a:rPr lang="en-US" sz="3600" dirty="0"/>
              <a:t> to manage all campus events in one place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Reduces dependency on manual methods like notice boards and messages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Ensures </a:t>
            </a:r>
            <a:r>
              <a:rPr lang="en-US" sz="3600" b="1" dirty="0"/>
              <a:t>real-time access</a:t>
            </a:r>
            <a:r>
              <a:rPr lang="en-US" sz="3600" dirty="0"/>
              <a:t> to event updates and information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Improves communication between students and event organizers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Simplifies event registration process through an online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Enhances student participation by making events easily accessible </a:t>
            </a:r>
          </a:p>
          <a:p>
            <a:r>
              <a:rPr lang="en-US" sz="3600" b="1" dirty="0"/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Requires </a:t>
            </a:r>
            <a:r>
              <a:rPr lang="en-US" sz="3600" b="1" dirty="0"/>
              <a:t>stable internet connection</a:t>
            </a:r>
            <a:r>
              <a:rPr lang="en-US" sz="3600" dirty="0"/>
              <a:t> to access the system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Basic user interface may not be highly interactive or modern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Limited to web platform (no mobile application support)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Notification system (email/SMS) not fully implemented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1096</Words>
  <Application>Microsoft Office PowerPoint</Application>
  <PresentationFormat>Custom</PresentationFormat>
  <Paragraphs>242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Cambria</vt:lpstr>
      <vt:lpstr>Gotham</vt:lpstr>
      <vt:lpstr>Arial</vt:lpstr>
      <vt:lpstr>Gotham Bold Italics</vt:lpstr>
      <vt:lpstr>Bookman Old Style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Gouse D</dc:creator>
  <cp:lastModifiedBy>prasanthmarisetti143@gmail.com</cp:lastModifiedBy>
  <cp:revision>17</cp:revision>
  <dcterms:created xsi:type="dcterms:W3CDTF">2006-08-16T00:00:00Z</dcterms:created>
  <dcterms:modified xsi:type="dcterms:W3CDTF">2026-04-20T04:10:06Z</dcterms:modified>
  <dc:identifier>DAHCaYqJ9OU</dc:identifier>
</cp:coreProperties>
</file>